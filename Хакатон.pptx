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1D0467-A450-4C73-BE02-2DEF1726E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EF4668-765E-48C4-B915-89A717759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5C8A46-1A46-4150-ADA6-D5B180849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1F88-12FF-45AB-A77B-BF2DAABC78A0}" type="datetimeFigureOut">
              <a:rPr lang="ru-UA" smtClean="0"/>
              <a:t>01.05.2026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4A0D1E-A743-48D4-859E-DBC40577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52976F-75A4-4122-983D-33D82980B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54EF-618E-455A-B74A-110317A2F23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573991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E158A-08BB-46F3-BC6E-1AFDAC634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945EEB-D67D-48A0-A692-488BDDA06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B62029-3DC0-4354-9E9D-68483137A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1F88-12FF-45AB-A77B-BF2DAABC78A0}" type="datetimeFigureOut">
              <a:rPr lang="ru-UA" smtClean="0"/>
              <a:t>01.05.2026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F10E96-343E-467F-8082-312B1C52B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D6A471-8523-4378-A4AD-680A9CA0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54EF-618E-455A-B74A-110317A2F23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712396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5D91B-D035-4922-B0D7-9E61AECFC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3537F7-BE39-46DF-B356-DDA622BF8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63FA6E-FE2B-46FC-AFAF-D0938845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1F88-12FF-45AB-A77B-BF2DAABC78A0}" type="datetimeFigureOut">
              <a:rPr lang="ru-UA" smtClean="0"/>
              <a:t>01.05.2026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5072BA-2AB5-412E-8899-310165319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F174E3-62ED-4B2B-940A-83610390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54EF-618E-455A-B74A-110317A2F23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9095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32683-2229-408D-936F-3B646A5D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600695-2084-49A6-8C64-C219A2DEA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A9B9D4-93D5-40D4-BE84-C86681BC6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0E767D-3FD0-48B6-942F-58824D87D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1F88-12FF-45AB-A77B-BF2DAABC78A0}" type="datetimeFigureOut">
              <a:rPr lang="ru-UA" smtClean="0"/>
              <a:t>01.05.2026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3DB490-2B3D-466C-9E92-456D154D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AA015C-80BE-4DB7-897E-A0E4067F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54EF-618E-455A-B74A-110317A2F23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21434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921B0-C49F-4063-B438-988A737F6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0DC286-6D45-4C18-989F-7169C463E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CD0070-72CF-4760-A5B1-86F116AC9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C99DE0-17A7-4582-AA26-71B406E71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8E372E6-09B1-41A8-B8C7-667814486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940759A-7C44-4488-A36D-49A07CA96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1F88-12FF-45AB-A77B-BF2DAABC78A0}" type="datetimeFigureOut">
              <a:rPr lang="ru-UA" smtClean="0"/>
              <a:t>01.05.2026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14681FA-DEC0-4861-90E2-1272ADEEF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9BC6F32-A1B7-40FF-AC52-CF39E583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54EF-618E-455A-B74A-110317A2F23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407570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3E334E-1035-4EEE-8381-8B45F903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C895F26-E2B5-4F33-8C35-969D125E7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1F88-12FF-45AB-A77B-BF2DAABC78A0}" type="datetimeFigureOut">
              <a:rPr lang="ru-UA" smtClean="0"/>
              <a:t>01.05.2026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D0876F-35EE-4DE1-8459-38FBC81DF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60E861-A474-4ECE-8C63-3FBE8DD9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54EF-618E-455A-B74A-110317A2F23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9934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A5B1BD7-354A-43B4-A2A1-18ED7007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1F88-12FF-45AB-A77B-BF2DAABC78A0}" type="datetimeFigureOut">
              <a:rPr lang="ru-UA" smtClean="0"/>
              <a:t>01.05.2026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2017D22-5464-4FE8-A7FA-8CC093467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9DF8AA-9142-49BF-98BB-7EC5AC62B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54EF-618E-455A-B74A-110317A2F23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941189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43EC6B-34FA-40AD-ADAD-082BF2A5A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5C7FAF-4C81-4763-A57E-47D823499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594B2F-805F-4370-AA83-AC8BAF18B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031468-C33E-4FE8-849E-2B12108AC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1F88-12FF-45AB-A77B-BF2DAABC78A0}" type="datetimeFigureOut">
              <a:rPr lang="ru-UA" smtClean="0"/>
              <a:t>01.05.2026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33CDC7-7CB7-490C-B77F-67539A10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120CD3-B2C3-4836-B9C6-0973CF35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54EF-618E-455A-B74A-110317A2F23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980367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3D886-FC6E-45C9-AB89-99A12D6F0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2445E2-D56F-45D5-89CC-DBCE43D979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731181-69D0-469A-B09B-4BD2F14B0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C46DC8-19E2-41D8-97F5-B952B80E2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1F88-12FF-45AB-A77B-BF2DAABC78A0}" type="datetimeFigureOut">
              <a:rPr lang="ru-UA" smtClean="0"/>
              <a:t>01.05.2026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25F2F4-BBB8-469F-819A-9FF6FF814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7DFAC5-0B73-4D21-810B-47AC126C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54EF-618E-455A-B74A-110317A2F23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90040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68002-5453-4258-9DF2-5267E3C1F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6352CF-F967-4885-8928-8E14CD633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5FDF90-8C62-44AC-A5B9-99E20F87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1F88-12FF-45AB-A77B-BF2DAABC78A0}" type="datetimeFigureOut">
              <a:rPr lang="ru-UA" smtClean="0"/>
              <a:t>01.05.2026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7E83B1-9570-4497-8C8F-5204C79B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2F5158-17A3-4274-BBF2-6B7D69C5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54EF-618E-455A-B74A-110317A2F23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069906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CA44C28-4F33-4307-A5DD-96AC5AAF4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AC2997-AF09-4D8D-86C3-24A667DBB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129BD1-B13A-48A1-8F36-EE4EAE87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1F88-12FF-45AB-A77B-BF2DAABC78A0}" type="datetimeFigureOut">
              <a:rPr lang="ru-UA" smtClean="0"/>
              <a:t>01.05.2026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152804-C08A-47D7-9DB6-0CE98098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888450-A010-409F-B41F-50BFE434D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54EF-618E-455A-B74A-110317A2F23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569395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783AD0-97BA-4CFD-A91D-EBA65B9F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557B99-EB37-4FDC-BA47-E5DEDDFBB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2B96F2-9C9A-435A-8E78-A07C34D17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51F88-12FF-45AB-A77B-BF2DAABC78A0}" type="datetimeFigureOut">
              <a:rPr lang="ru-UA" smtClean="0"/>
              <a:t>01.05.2026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83A2A6-A596-466C-8A63-0D318CE77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893D6F-C5F1-4553-95F9-3DB984689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554EF-618E-455A-B74A-110317A2F231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886539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FB9C8-DFE0-4E80-A448-2B17753413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Назва гри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3791A6-0D66-40DE-8AA8-24FEE72407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Зроблено Бабенко Ростиславом </a:t>
            </a:r>
            <a:r>
              <a:rPr lang="en-US" dirty="0"/>
              <a:t>a.k.a. </a:t>
            </a:r>
            <a:r>
              <a:rPr lang="uk-UA" dirty="0"/>
              <a:t>Крутим перцем та Лук’яновим Артемом </a:t>
            </a:r>
            <a:r>
              <a:rPr lang="en-US" dirty="0"/>
              <a:t>a.k.a. </a:t>
            </a:r>
            <a:r>
              <a:rPr lang="uk-UA" dirty="0" err="1"/>
              <a:t>невдупленишом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86543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5A084-54FF-4E3C-8721-44158628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Проблема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89976A-60AE-425C-A828-6982C0402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Система </a:t>
            </a:r>
            <a:r>
              <a:rPr lang="ru-RU" dirty="0" err="1"/>
              <a:t>освіти</a:t>
            </a:r>
            <a:r>
              <a:rPr lang="ru-RU" dirty="0"/>
              <a:t> в </a:t>
            </a:r>
            <a:r>
              <a:rPr lang="ru-RU" dirty="0" err="1"/>
              <a:t>занепаді</a:t>
            </a:r>
            <a:r>
              <a:rPr lang="ru-RU" dirty="0"/>
              <a:t>,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певним</a:t>
            </a:r>
            <a:r>
              <a:rPr lang="ru-RU" dirty="0"/>
              <a:t> </a:t>
            </a:r>
            <a:r>
              <a:rPr lang="ru-RU" dirty="0" err="1"/>
              <a:t>впливом</a:t>
            </a:r>
            <a:r>
              <a:rPr lang="ru-RU" dirty="0"/>
              <a:t> стали </a:t>
            </a:r>
            <a:r>
              <a:rPr lang="ru-RU" dirty="0" err="1"/>
              <a:t>бездушними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Люди перестали </a:t>
            </a:r>
            <a:r>
              <a:rPr lang="ru-RU" dirty="0" err="1"/>
              <a:t>читати</a:t>
            </a:r>
            <a:r>
              <a:rPr lang="ru-RU" dirty="0"/>
              <a:t> та </a:t>
            </a:r>
            <a:r>
              <a:rPr lang="ru-RU" dirty="0" err="1"/>
              <a:t>вчитися</a:t>
            </a:r>
            <a:r>
              <a:rPr lang="ru-RU" dirty="0"/>
              <a:t>, через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суспільство</a:t>
            </a:r>
            <a:r>
              <a:rPr lang="ru-RU" dirty="0"/>
              <a:t> </a:t>
            </a:r>
            <a:r>
              <a:rPr lang="ru-RU" dirty="0" err="1"/>
              <a:t>деградує</a:t>
            </a:r>
            <a:r>
              <a:rPr lang="ru-RU" dirty="0"/>
              <a:t>. </a:t>
            </a:r>
            <a:r>
              <a:rPr lang="ru-RU" dirty="0" err="1"/>
              <a:t>Знання</a:t>
            </a:r>
            <a:r>
              <a:rPr lang="ru-RU" dirty="0"/>
              <a:t> </a:t>
            </a:r>
            <a:r>
              <a:rPr lang="ru-RU" dirty="0" err="1"/>
              <a:t>розгублені</a:t>
            </a:r>
            <a:r>
              <a:rPr lang="ru-RU" dirty="0"/>
              <a:t>, а </a:t>
            </a:r>
            <a:r>
              <a:rPr lang="ru-RU" dirty="0" err="1"/>
              <a:t>ті</a:t>
            </a:r>
            <a:r>
              <a:rPr lang="ru-RU" dirty="0"/>
              <a:t>, </a:t>
            </a:r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втратив</a:t>
            </a:r>
            <a:r>
              <a:rPr lang="ru-RU" dirty="0"/>
              <a:t>, стали </a:t>
            </a:r>
            <a:r>
              <a:rPr lang="ru-RU" dirty="0" err="1"/>
              <a:t>агресивними</a:t>
            </a:r>
            <a:r>
              <a:rPr lang="ru-RU" dirty="0"/>
              <a:t> до будь-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проявів</a:t>
            </a:r>
            <a:r>
              <a:rPr lang="ru-RU" dirty="0"/>
              <a:t> </a:t>
            </a:r>
            <a:r>
              <a:rPr lang="ru-RU" dirty="0" err="1"/>
              <a:t>інтелекту</a:t>
            </a:r>
            <a:r>
              <a:rPr lang="ru-RU" dirty="0"/>
              <a:t>.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90528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F2488-2584-4BE7-BC41-679F7BB2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Рішення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923693-1BF8-44E7-9EF1-5C80F4FC2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err="1"/>
              <a:t>Гравець</a:t>
            </a:r>
            <a:r>
              <a:rPr lang="ru-RU" dirty="0"/>
              <a:t> </a:t>
            </a:r>
            <a:r>
              <a:rPr lang="ru-RU" dirty="0" err="1"/>
              <a:t>бере</a:t>
            </a:r>
            <a:r>
              <a:rPr lang="ru-RU" dirty="0"/>
              <a:t> на себе роль героя,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зібрати</a:t>
            </a:r>
            <a:r>
              <a:rPr lang="ru-RU" dirty="0"/>
              <a:t> </a:t>
            </a:r>
            <a:r>
              <a:rPr lang="ru-RU" dirty="0" err="1"/>
              <a:t>розкидані</a:t>
            </a:r>
            <a:r>
              <a:rPr lang="ru-RU" dirty="0"/>
              <a:t> «Книги </a:t>
            </a:r>
            <a:r>
              <a:rPr lang="ru-RU" dirty="0" err="1"/>
              <a:t>Знань</a:t>
            </a:r>
            <a:r>
              <a:rPr lang="ru-RU" dirty="0"/>
              <a:t>».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Збір</a:t>
            </a:r>
            <a:r>
              <a:rPr lang="ru-RU" dirty="0"/>
              <a:t> </a:t>
            </a:r>
            <a:r>
              <a:rPr lang="ru-RU" dirty="0" err="1"/>
              <a:t>критичної</a:t>
            </a:r>
            <a:r>
              <a:rPr lang="ru-RU" dirty="0"/>
              <a:t> </a:t>
            </a:r>
            <a:r>
              <a:rPr lang="ru-RU" dirty="0" err="1"/>
              <a:t>кількості</a:t>
            </a:r>
            <a:r>
              <a:rPr lang="ru-RU" dirty="0"/>
              <a:t> книг </a:t>
            </a:r>
            <a:r>
              <a:rPr lang="ru-RU" dirty="0" err="1"/>
              <a:t>зупиняє</a:t>
            </a:r>
            <a:r>
              <a:rPr lang="ru-RU" dirty="0"/>
              <a:t> </a:t>
            </a:r>
            <a:r>
              <a:rPr lang="ru-RU" dirty="0" err="1"/>
              <a:t>глобальне</a:t>
            </a:r>
            <a:r>
              <a:rPr lang="ru-RU" dirty="0"/>
              <a:t> </a:t>
            </a:r>
            <a:r>
              <a:rPr lang="ru-RU" dirty="0" err="1"/>
              <a:t>отупіння</a:t>
            </a:r>
            <a:r>
              <a:rPr lang="ru-RU" dirty="0"/>
              <a:t> та </a:t>
            </a:r>
            <a:r>
              <a:rPr lang="ru-RU" dirty="0" err="1"/>
              <a:t>повертає</a:t>
            </a:r>
            <a:r>
              <a:rPr lang="ru-RU" dirty="0"/>
              <a:t> </a:t>
            </a:r>
            <a:r>
              <a:rPr lang="ru-RU" dirty="0" err="1"/>
              <a:t>розум</a:t>
            </a:r>
            <a:r>
              <a:rPr lang="ru-RU" dirty="0"/>
              <a:t> у </a:t>
            </a:r>
            <a:r>
              <a:rPr lang="ru-RU" dirty="0" err="1"/>
              <a:t>світ</a:t>
            </a:r>
            <a:r>
              <a:rPr lang="ru-RU" dirty="0"/>
              <a:t>.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99121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CDA85-B433-4AB2-88FE-B5310648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Ігровий процес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24F4F8-E7E3-4641-85DA-FB43A482D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Збір</a:t>
            </a:r>
            <a:r>
              <a:rPr lang="ru-RU" dirty="0"/>
              <a:t> </a:t>
            </a:r>
            <a:r>
              <a:rPr lang="ru-RU" dirty="0" err="1"/>
              <a:t>предметів</a:t>
            </a:r>
            <a:r>
              <a:rPr lang="ru-RU" dirty="0"/>
              <a:t> (книг).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відбиватися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ворогів</a:t>
            </a:r>
            <a:r>
              <a:rPr lang="ru-RU" dirty="0"/>
              <a:t> (людей,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втратили</a:t>
            </a:r>
            <a:r>
              <a:rPr lang="ru-RU" dirty="0"/>
              <a:t> </a:t>
            </a:r>
            <a:r>
              <a:rPr lang="ru-RU" dirty="0" err="1"/>
              <a:t>знання</a:t>
            </a:r>
            <a:r>
              <a:rPr lang="ru-RU" dirty="0"/>
              <a:t>).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298600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F86F68-2A4D-4B00-B5BB-64FEBA9C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Технології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363D4B-F874-4AEF-A007-08B10D8A1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Рушій: </a:t>
            </a:r>
            <a:r>
              <a:rPr lang="en-US" dirty="0"/>
              <a:t>Unreal Engine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u="sng" dirty="0"/>
              <a:t>Поясни як </a:t>
            </a:r>
            <a:r>
              <a:rPr lang="ru-RU" u="sng" dirty="0" err="1"/>
              <a:t>вдалося</a:t>
            </a:r>
            <a:r>
              <a:rPr lang="ru-RU" u="sng" dirty="0"/>
              <a:t> </a:t>
            </a:r>
            <a:r>
              <a:rPr lang="ru-RU" u="sng" dirty="0" err="1"/>
              <a:t>реалізувати</a:t>
            </a:r>
            <a:r>
              <a:rPr lang="ru-RU" u="sng" dirty="0"/>
              <a:t> </a:t>
            </a:r>
            <a:r>
              <a:rPr lang="ru-RU" u="sng" dirty="0" err="1"/>
              <a:t>основні</a:t>
            </a:r>
            <a:r>
              <a:rPr lang="ru-RU" u="sng" dirty="0"/>
              <a:t> </a:t>
            </a:r>
            <a:r>
              <a:rPr lang="ru-RU" u="sng" dirty="0" err="1"/>
              <a:t>механіки</a:t>
            </a:r>
            <a:r>
              <a:rPr lang="ru-RU" u="sng" dirty="0"/>
              <a:t> (рух, ШІ </a:t>
            </a:r>
            <a:r>
              <a:rPr lang="ru-RU" u="sng" dirty="0" err="1"/>
              <a:t>ворогів</a:t>
            </a:r>
            <a:r>
              <a:rPr lang="ru-RU" u="sng" dirty="0"/>
              <a:t>, </a:t>
            </a:r>
            <a:r>
              <a:rPr lang="ru-RU" u="sng" dirty="0" err="1"/>
              <a:t>лічильник</a:t>
            </a:r>
            <a:r>
              <a:rPr lang="ru-RU" u="sng" dirty="0"/>
              <a:t> книг) </a:t>
            </a:r>
            <a:r>
              <a:rPr lang="ru-RU" u="sng" dirty="0" err="1"/>
              <a:t>всього</a:t>
            </a:r>
            <a:r>
              <a:rPr lang="ru-RU" u="sng" dirty="0"/>
              <a:t> за 48 годин.</a:t>
            </a:r>
            <a:endParaRPr lang="ru-UA" u="sng" dirty="0"/>
          </a:p>
        </p:txBody>
      </p:sp>
    </p:spTree>
    <p:extLst>
      <p:ext uri="{BB962C8B-B14F-4D97-AF65-F5344CB8AC3E}">
        <p14:creationId xmlns:p14="http://schemas.microsoft.com/office/powerpoint/2010/main" val="984432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F2798-CE3A-472D-97FE-694BC052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Чому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важливо</a:t>
            </a:r>
            <a:r>
              <a:rPr lang="ru-RU" dirty="0"/>
              <a:t>?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3199E0-CAAA-4139-AE76-A133EBD6D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Гра</a:t>
            </a:r>
            <a:r>
              <a:rPr lang="ru-RU" dirty="0"/>
              <a:t> </a:t>
            </a:r>
            <a:r>
              <a:rPr lang="ru-RU" dirty="0" err="1"/>
              <a:t>стимулює</a:t>
            </a:r>
            <a:r>
              <a:rPr lang="ru-RU" dirty="0"/>
              <a:t> </a:t>
            </a:r>
            <a:r>
              <a:rPr lang="ru-RU" dirty="0" err="1"/>
              <a:t>інтерес</a:t>
            </a:r>
            <a:r>
              <a:rPr lang="ru-RU" dirty="0"/>
              <a:t> до книг та </a:t>
            </a:r>
            <a:r>
              <a:rPr lang="ru-RU" dirty="0" err="1"/>
              <a:t>показує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знання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сила, яка </a:t>
            </a:r>
            <a:r>
              <a:rPr lang="ru-RU" dirty="0" err="1"/>
              <a:t>рятує</a:t>
            </a:r>
            <a:r>
              <a:rPr lang="ru-RU" dirty="0"/>
              <a:t> </a:t>
            </a:r>
            <a:r>
              <a:rPr lang="ru-RU" dirty="0" err="1"/>
              <a:t>світ</a:t>
            </a:r>
            <a:r>
              <a:rPr lang="ru-RU" dirty="0"/>
              <a:t>.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794842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0E21D-7DC6-49DA-8E79-A6F390125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4740"/>
          </a:xfrm>
        </p:spPr>
        <p:txBody>
          <a:bodyPr/>
          <a:lstStyle/>
          <a:p>
            <a:pPr algn="ctr"/>
            <a:r>
              <a:rPr lang="uk-UA" dirty="0"/>
              <a:t>Дякую за увагу!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4906453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164</Words>
  <Application>Microsoft Office PowerPoint</Application>
  <PresentationFormat>Широкоэкранный</PresentationFormat>
  <Paragraphs>21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Назва гри</vt:lpstr>
      <vt:lpstr>Проблема</vt:lpstr>
      <vt:lpstr>Рішення</vt:lpstr>
      <vt:lpstr>Ігровий процес</vt:lpstr>
      <vt:lpstr>Технології</vt:lpstr>
      <vt:lpstr>Чому це важливо?</vt:lpstr>
      <vt:lpstr>Дякую за увагу!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 гри</dc:title>
  <dc:creator>user</dc:creator>
  <cp:lastModifiedBy>user</cp:lastModifiedBy>
  <cp:revision>3</cp:revision>
  <dcterms:created xsi:type="dcterms:W3CDTF">2026-05-01T17:30:42Z</dcterms:created>
  <dcterms:modified xsi:type="dcterms:W3CDTF">2026-05-01T17:40:06Z</dcterms:modified>
</cp:coreProperties>
</file>